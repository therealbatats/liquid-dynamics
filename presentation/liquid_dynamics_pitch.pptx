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 DYNAMICS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with Ions at the Liquid-Electrode Interface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framework where liquids compute, store energy, and self-heal.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That Started Everything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do neurons actually compute?"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don't use transistors. They compute with ions flowing through liquid membranes.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membrane interface is where computation happens — via concentration gradients, not circuits.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we reverse-engineered this physics and built a computer that works like a neuron?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is Liquid Dynamics.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stored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concentration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c(x,t)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65176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computation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liquid-electrode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via J = -D∇c - (zFD/RT)c∇φ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2651760" cy="4572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OUT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18745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electrodes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computed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boundary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equation: J = -D ∇c  −  (zFD / RT) · c · ∇φ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Nernst-Planck · Poisson · Continuity  |  T = 310.15 K  ·  c₀ = 150 mol/m³  ·  λ_D = 0.78 nm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Theorem: Energy ≠ Computation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∝  V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scales with VOLUME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∂E / ∂A = 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84048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∝  A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scales with AREA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∂P / ∂V = 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r = −0.030  (effectively zero)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scale computation and energy independently. Impossible in any solid-state architecture.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XOR Gate: Proof of Nonlinear Computation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F0883E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8229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097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84632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2468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Violation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not linearly separable (Minsky &amp; Papert, 1969) — proving XOR proves genuine nonlinear computational power.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Reservoir Computing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097280"/>
            <a:ext cx="457200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0" y="1234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requirements for reservoir computing: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Nonlinear dynamics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from c·∇φ coupling in Nernst-Planck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423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Fading memory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τ_mem = L²/D  (all eigenvalues &lt; 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to: Nishioka et al. (ion-gating RC, 2024) · Chiolerio et al. (colloidal RC, Nature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Multi-Ion Systems: Richer Computation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A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vs Ion Species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ion (Na⁺)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6642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ions (Na⁺, K⁺)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1214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ions (Na⁺, K⁺, Cl⁻)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5786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16352"/>
            <a:ext cx="35661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 per species  (τ = L²/D):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τ_Na = 1.88 µs    τ_K = 1.28 µs    τ_Cl = 1.23 µs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Capacity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13.3 Mb/s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754880" y="2423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bit rate at L = 10 nm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834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Energy/bit → Landauer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 (kT ln 2)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the most energy-efficient computing substrate physically possible.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Physics as Biology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2651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 Neuron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Hodgkin-Huxley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Na⁺ and K⁺ 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interface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channels as gates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Nernst-Planck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651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 Computer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Dynamics framework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Na⁺, K⁺, Cl⁻ 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interface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gradients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Nernst-Planck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equation. Different parameters. Same computational power.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Self-Healing: Space Computing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Solid-State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→ bit flip → PERMANENT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ECC hardware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power, mass, cost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4572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 Computer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→ spike → SELF-HEALS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restores equilibrium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correction hardware needed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τ_recovery  ~  l² / 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Measured exponent: </a:t>
            </a:r>
            <a:pPr algn="ctr" indent="0" marL="0">
              <a:buNone/>
            </a:pPr>
            <a:r>
              <a:rPr lang="en-US" sz="1600" b="1" dirty="0">
                <a:solidFill>
                  <a:srgbClr val="7EE787"/>
                </a:solidFill>
              </a:rPr>
              <a:t>α = 1.977 ± 0.009 </a:t>
            </a:r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 (theory: 2.0)   |   Recovery: </a:t>
            </a:r>
            <a:pPr algn="ctr" indent="0" marL="0">
              <a:buNone/>
            </a:pPr>
            <a:r>
              <a:rPr lang="en-US" sz="1600" b="1" dirty="0">
                <a:solidFill>
                  <a:srgbClr val="7EE787"/>
                </a:solidFill>
              </a:rPr>
              <a:t>&gt;85%</a:t>
            </a:r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 at 2τ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Domains: Geometry as Computation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 domain (current):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~ L / λ_D  ×  log₂(n_levels)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scales as LENGTH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domain (extended):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~ (L × L) / λ_D²  ×  log₂(n)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scales as AREA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2A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1.74×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entropy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 boundary vs 1D slice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geometry is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resource,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constraint.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3D droplet computers would be dramatically more powerful than any 1D or 2D system.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Simulations. 12 Confirmations.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0642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1064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Decoupling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−0.030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10642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94760" y="11064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 = 1246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10642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11064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Timescale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 = 2.000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199339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1993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Scaling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350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∂E/∂A = 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1938528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199339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1993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2350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accuracy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938528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99339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1993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Computing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350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 accuracy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825496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2880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Equivalence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2369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equations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37560" y="2825496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29000" y="2880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947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Healing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94760" y="32369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 = 1.977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825496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2880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32369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 → 70%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3712464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37673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Capacity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" y="41239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13.3 Mb/s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337560" y="3712464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429000" y="37673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94760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Readout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794760" y="41239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3-regime 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0" y="3712464"/>
            <a:ext cx="274320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09360" y="37673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75120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Domain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0" y="41239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1.74× entropy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the Physical Device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Ionic Doping System — the first step toward a real Liquid Computer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range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500 mol/m³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786384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92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892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76856"/>
            <a:ext cx="786384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22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322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via conductivity sensor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706624"/>
            <a:ext cx="786384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52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7523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+ peristaltic pump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136392"/>
            <a:ext cx="786384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182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 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786384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$200 total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lab. No supervisor. No institution. Built from scratch.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Narrative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solidFill>
            <a:srgbClr val="58A6F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124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neurons compute?"  — a Grade 11 student asks.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73936"/>
            <a:ext cx="502920" cy="502920"/>
          </a:xfrm>
          <a:prstGeom prst="rect">
            <a:avLst/>
          </a:prstGeom>
          <a:solidFill>
            <a:srgbClr val="D2A8F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196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01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Theory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04825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25-page framework derived from first principles. Nernst-Planck physics.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50592"/>
            <a:ext cx="502920" cy="502920"/>
          </a:xfrm>
          <a:prstGeom prst="rect">
            <a:avLst/>
          </a:prstGeom>
          <a:solidFill>
            <a:srgbClr val="F088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963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Simulations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72491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Python simulations validate every prediction. XOR. Reservoir. Healing.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502920" cy="502920"/>
          </a:xfrm>
          <a:prstGeom prst="rect">
            <a:avLst/>
          </a:prstGeom>
          <a:solidFill>
            <a:srgbClr val="7EE787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729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Paper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40156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paper ready for arXiv submission.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03904"/>
            <a:ext cx="502920" cy="502920"/>
          </a:xfrm>
          <a:prstGeom prst="rect">
            <a:avLst/>
          </a:prstGeom>
          <a:solidFill>
            <a:srgbClr val="F088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4962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8313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07822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physical doping device. No lab. $200 budget. From scratch.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 DYNAMICS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3200400" y="1874520"/>
            <a:ext cx="27432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57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orchestrates.  Liquids execute.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simulations  ·  1 research paper  ·  1 physical device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github.com/therealbatats/liquid-dynamics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  ·  Liquid Dynamics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 Dynamics</dc:title>
  <dc:subject>PptxGenJS Presentation</dc:subject>
  <dc:creator>Ali Ahmed</dc:creator>
  <cp:lastModifiedBy>Ali Ahmed</cp:lastModifiedBy>
  <cp:revision>1</cp:revision>
  <dcterms:created xsi:type="dcterms:W3CDTF">2026-03-07T20:45:19Z</dcterms:created>
  <dcterms:modified xsi:type="dcterms:W3CDTF">2026-03-07T20:45:19Z</dcterms:modified>
</cp:coreProperties>
</file>